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Slide 1 — Arabic RTL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800" b="0"/>
              <a:t>علامات التبويب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800" b="0"/>
              <a:t>هذا نص عربي لاختبار الترجمة من اليمين إلى اليسار.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