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Slide 1 — Basic English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This is a paragraph of body text used for translation testing. It contains multiple sentences to verify that paragraph segmentation works correctly.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Slide 2 — Technical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X-ray backscatter imaging. Compton scattering coefficient. High-Z material detection. Dual-energy discrimination. ZBV portal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