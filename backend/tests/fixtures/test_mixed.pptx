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Mixed Arabic / English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English body text — this sentence stays in English.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800" b="0"/>
              <a:t>نص عربي — هذه الجملة تترجم إلى العربية.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Technical term: ZBV-956 — do not translate.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