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RAPISCAN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Slide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Body text paragraph with translation content. Second sentence for multi-paragraph testing.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245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C8C8C8"/>
                </a:solidFill>
              </a:rPr>
              <a:t>CONFIDENTIAL AND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