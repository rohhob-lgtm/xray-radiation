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SmartArt / Process Flow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286000"/>
            <a:ext cx="1463040" cy="9144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79" y="2286000"/>
            <a:ext cx="1463040" cy="914400"/>
          </a:xfrm>
          <a:prstGeom prst="rect">
            <a:avLst/>
          </a:prstGeom>
          <a:solidFill>
            <a:srgbClr val="6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2286000"/>
            <a:ext cx="1463040" cy="914400"/>
          </a:xfrm>
          <a:prstGeom prst="rect">
            <a:avLst/>
          </a:prstGeom>
          <a:solidFill>
            <a:srgbClr val="B4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Translate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399" y="2286000"/>
            <a:ext cx="1463040" cy="914400"/>
          </a:xfrm>
          <a:prstGeom prst="rect">
            <a:avLst/>
          </a:prstGeom>
          <a:solidFill>
            <a:srgbClr val="96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9" y="2286000"/>
            <a:ext cx="1463040" cy="914400"/>
          </a:xfrm>
          <a:prstGeom prst="rect">
            <a:avLst/>
          </a:prstGeom>
          <a:solidFill>
            <a:srgbClr val="4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