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Grouped Objects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1: Open the History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2: Select the workflow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3: Click Review to verify the result.</a:t>
            </a:r>
          </a:p>
        </p:txBody>
      </p:sp>
      <p:sp>
        <p:nvSpPr>
          <p:cNvPr id="6" name="Oval 5"/>
          <p:cNvSpPr/>
          <p:nvPr/>
        </p:nvSpPr>
        <p:spPr>
          <a:xfrm>
            <a:off x="0" y="1463040"/>
            <a:ext cx="365760" cy="36576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0" y="2377440"/>
            <a:ext cx="365760" cy="36576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0" y="3291840"/>
            <a:ext cx="365760" cy="365760"/>
          </a:xfrm>
          <a:prstGeom prst="ellipse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