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Table Test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b="1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Unit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Energy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kVp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Dose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μSv/h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vehicles/h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