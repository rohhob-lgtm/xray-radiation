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Image and Caption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0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Figure 1: X-ray backscatter image of a passenger vehicle showing organic material distribution.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828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5050"/>
                </a:solidFill>
              </a:rPr>
              <a:t>Callout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